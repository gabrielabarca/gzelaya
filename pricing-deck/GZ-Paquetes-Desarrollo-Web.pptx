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image" Target="../media/image-5-2.png"/><Relationship Id="rId8" Type="http://schemas.openxmlformats.org/officeDocument/2006/relationships/image" Target="../media/image-5-2.png"/><Relationship Id="rId9" Type="http://schemas.openxmlformats.org/officeDocument/2006/relationships/image" Target="../media/image-5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2.png"/><Relationship Id="rId7" Type="http://schemas.openxmlformats.org/officeDocument/2006/relationships/image" Target="../media/image-6-2.png"/><Relationship Id="rId8" Type="http://schemas.openxmlformats.org/officeDocument/2006/relationships/image" Target="../media/image-6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image" Target="../media/image-7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image" Target="../media/image-8-2.png"/><Relationship Id="rId7" Type="http://schemas.openxmlformats.org/officeDocument/2006/relationships/image" Target="../media/image-8-2.png"/><Relationship Id="rId8" Type="http://schemas.openxmlformats.org/officeDocument/2006/relationships/image" Target="../media/image-8-2.png"/><Relationship Id="rId9" Type="http://schemas.openxmlformats.org/officeDocument/2006/relationships/image" Target="../media/image-8-2.png"/><Relationship Id="rId10" Type="http://schemas.openxmlformats.org/officeDocument/2006/relationships/image" Target="../media/image-8-2.png"/><Relationship Id="rId11" Type="http://schemas.openxmlformats.org/officeDocument/2006/relationships/image" Target="../media/image-8-2.png"/><Relationship Id="rId12" Type="http://schemas.openxmlformats.org/officeDocument/2006/relationships/image" Target="../media/image-8-2.png"/><Relationship Id="rId13" Type="http://schemas.openxmlformats.org/officeDocument/2006/relationships/image" Target="../media/image-8-2.png"/><Relationship Id="rId14" Type="http://schemas.openxmlformats.org/officeDocument/2006/relationships/image" Target="../media/image-8-2.png"/><Relationship Id="rId15" Type="http://schemas.openxmlformats.org/officeDocument/2006/relationships/image" Target="../media/image-8-2.png"/><Relationship Id="rId16" Type="http://schemas.openxmlformats.org/officeDocument/2006/relationships/image" Target="../media/image-8-2.png"/><Relationship Id="rId17" Type="http://schemas.openxmlformats.org/officeDocument/2006/relationships/image" Target="../media/image-8-2.png"/><Relationship Id="rId18" Type="http://schemas.openxmlformats.org/officeDocument/2006/relationships/image" Target="../media/image-8-2.png"/><Relationship Id="rId19" Type="http://schemas.openxmlformats.org/officeDocument/2006/relationships/image" Target="../media/image-8-2.png"/><Relationship Id="rId20" Type="http://schemas.openxmlformats.org/officeDocument/2006/relationships/image" Target="../media/image-8-2.png"/><Relationship Id="rId21" Type="http://schemas.openxmlformats.org/officeDocument/2006/relationships/image" Target="../media/image-8-2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384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GZ.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59775" y="384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DESARROLLO WEB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PRECIOS Y PAQUETES  · 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95528" y="251460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Páginas web
</a:t>
            </a:r>
            <a:pPr algn="l" indent="0" marL="0">
              <a:lnSpc>
                <a:spcPct val="100000"/>
              </a:lnSpc>
              <a:buNone/>
            </a:pPr>
            <a:r>
              <a:rPr lang="en-US" sz="62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que </a:t>
            </a:r>
            <a:pPr algn="l" indent="0" marL="0">
              <a:lnSpc>
                <a:spcPct val="100000"/>
              </a:lnSpc>
              <a:buNone/>
            </a:pPr>
            <a:r>
              <a:rPr lang="en-US" sz="6200" i="1" dirty="0">
                <a:solidFill>
                  <a:srgbClr val="CE6E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convierten.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Sitios web a la medida de su marca, para quienes ven el minimalismo como señal de calidad.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A6A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Experiencias Digitales      Interfaces Profesionales      Código Minimalista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384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GZ.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pPr algn="l" indent="0" marL="0">
              <a:buNone/>
            </a:pPr>
            <a:r>
              <a:rPr lang="en-US" sz="115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/   LA PROPUESTA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04088" y="12801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Más que un sitio web.</a:t>
            </a:r>
            <a:endParaRPr lang="en-US" sz="4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 sistema que funciona.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04088" y="3246120"/>
            <a:ext cx="3383280" cy="2651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3630168"/>
            <a:ext cx="822960" cy="822960"/>
          </a:xfrm>
          <a:prstGeom prst="ellipse">
            <a:avLst/>
          </a:prstGeom>
          <a:solidFill>
            <a:srgbClr val="0C0C0C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7" name="Image 0" descr="assets/ic-authentic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84048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4617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Auténtico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69848" y="50749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diseño inconfundiblemente suyo. Sin plantillas ni clones, creado en torno a su marca.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07408" y="3246120"/>
            <a:ext cx="3383280" cy="2651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73168" y="3630168"/>
            <a:ext cx="822960" cy="822960"/>
          </a:xfrm>
          <a:prstGeom prst="ellipse">
            <a:avLst/>
          </a:prstGeom>
          <a:solidFill>
            <a:srgbClr val="0C0C0C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12" name="Image 1" descr="assets/ic-scalabl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840480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4617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Escalable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4773168" y="50749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limpio y estructurado por debajo. Empiece con una página y crezca hasta una plataforma.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10728" y="3246120"/>
            <a:ext cx="3383280" cy="2651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76488" y="3630168"/>
            <a:ext cx="822960" cy="822960"/>
          </a:xfrm>
          <a:prstGeom prst="ellipse">
            <a:avLst/>
          </a:prstGeom>
          <a:solidFill>
            <a:srgbClr val="0C0C0C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17" name="Image 2" descr="assets/ic-detailed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3840480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76488" y="4617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Detallado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8476488" y="50749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acabado se nota de cerca: velocidad, espaciado y microinteracciones cuidadas en todo el sitio.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704088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 ZELAYA  ·  DESARROLLO WEB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384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GZ.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pPr algn="l" indent="0" marL="0">
              <a:buNone/>
            </a:pPr>
            <a:r>
              <a:rPr lang="en-US" sz="115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/   CÓMO TRABAJAMOS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04088" y="12801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 la idea al lanzamiento,</a:t>
            </a:r>
            <a:endParaRPr lang="en-US" sz="4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 cinco pasos claros.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41248" y="4096512"/>
            <a:ext cx="8718255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3840480"/>
            <a:ext cx="512064" cy="512064"/>
          </a:xfrm>
          <a:prstGeom prst="ellipse">
            <a:avLst/>
          </a:prstGeom>
          <a:solidFill>
            <a:srgbClr val="050505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3840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E6E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4526280"/>
            <a:ext cx="201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Descubrimiento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4919472"/>
            <a:ext cx="18823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Definimos juntos objetivos, público y alcance.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60792" y="3840480"/>
            <a:ext cx="512064" cy="512064"/>
          </a:xfrm>
          <a:prstGeom prst="ellipse">
            <a:avLst/>
          </a:prstGeom>
          <a:solidFill>
            <a:srgbClr val="050505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0792" y="3840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E6E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15072" y="4526280"/>
            <a:ext cx="201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15072" y="4919472"/>
            <a:ext cx="18823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UI/UX fiel a su marca, aprobado antes de programar.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17496" y="3840480"/>
            <a:ext cx="512064" cy="512064"/>
          </a:xfrm>
          <a:prstGeom prst="ellipse">
            <a:avLst/>
          </a:prstGeom>
          <a:solidFill>
            <a:srgbClr val="050505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7496" y="3840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E6E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71776" y="4526280"/>
            <a:ext cx="201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71776" y="4919472"/>
            <a:ext cx="18823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limpio y responsivo, con vistas previas en vivo.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74200" y="3840480"/>
            <a:ext cx="512064" cy="512064"/>
          </a:xfrm>
          <a:prstGeom prst="ellipse">
            <a:avLst/>
          </a:prstGeom>
          <a:solidFill>
            <a:srgbClr val="050505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4200" y="3840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E6E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28480" y="4526280"/>
            <a:ext cx="201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Lanzamiento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28480" y="4919472"/>
            <a:ext cx="18823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Pruebas, despliegue y una puesta en marcha sin contratiempos.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330903" y="3840480"/>
            <a:ext cx="512064" cy="512064"/>
          </a:xfrm>
          <a:prstGeom prst="ellipse">
            <a:avLst/>
          </a:prstGeom>
          <a:solidFill>
            <a:srgbClr val="050505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30903" y="3840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E6E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85183" y="4526280"/>
            <a:ext cx="201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Soporte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85183" y="4919472"/>
            <a:ext cx="18823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Acompañamiento posterior para que siga rindiendo.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4088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 ZELAYA  ·  DESARROLLO WEB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384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GZ.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pPr algn="l" indent="0" marL="0">
              <a:buNone/>
            </a:pPr>
            <a:r>
              <a:rPr lang="en-US" sz="115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/   PAQUETES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04088" y="12344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Tres formas de trabajar juntos.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04088" y="2148840"/>
            <a:ext cx="3383280" cy="393192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2514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9848" y="29260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₡200,000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69848" y="37216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Página lista para lanzar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69848" y="4160520"/>
            <a:ext cx="265176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43251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a medida de una página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Textos e imágenes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" y="5093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Formulario de contacto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" y="547725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 y publicación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07408" y="2148840"/>
            <a:ext cx="3383280" cy="3931920"/>
          </a:xfrm>
          <a:prstGeom prst="rect">
            <a:avLst/>
          </a:prstGeom>
          <a:solidFill>
            <a:srgbClr val="121011"/>
          </a:solidFill>
          <a:ln w="15875">
            <a:solidFill>
              <a:srgbClr val="CE6E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38928" y="19659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E6E6E"/>
          </a:solidFill>
          <a:ln/>
        </p:spPr>
      </p:sp>
      <p:sp>
        <p:nvSpPr>
          <p:cNvPr id="16" name="Text 14"/>
          <p:cNvSpPr/>
          <p:nvPr/>
        </p:nvSpPr>
        <p:spPr>
          <a:xfrm>
            <a:off x="5138928" y="1965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RECOMENDADO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73168" y="2514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PROFESIONAL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73168" y="29260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₡350,000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773168" y="37216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Sitio completo administrado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73168" y="4160520"/>
            <a:ext cx="265176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43251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Sitio de varias páginas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para editar usted mismo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3168" y="5093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Integraciones y analítica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547725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días de soporte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10728" y="2148840"/>
            <a:ext cx="3383280" cy="393192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76488" y="2514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76488" y="28986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76488" y="308152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₡500,000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8476488" y="37216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totalmente a medida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476488" y="4160520"/>
            <a:ext cx="265176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76488" y="43251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y bases de datos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76488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Inicio de sesión y usuarios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76488" y="5093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Tienda en línea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76488" y="547725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</a:t>
            </a:r>
            <a:pPr algn="l" indent="0" marL="0"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Mantenimiento prioritario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 ZELAYA  ·  DESARROLLO WEB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384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GZ.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pPr algn="l" indent="0" marL="0">
              <a:buNone/>
            </a:pPr>
            <a:r>
              <a:rPr lang="en-US" sz="115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/   INICIAL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04088" y="1371600"/>
            <a:ext cx="3977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 Página Lista</a:t>
            </a:r>
            <a:endParaRPr lang="en-US" sz="2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para Lanzar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04088" y="306324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₡200,000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04088" y="42519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PARA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04088" y="448056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Emprendedores, eventos y lanzamientos que necesitan una página impecable, rápido.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4088" y="53035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04088" y="55321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a 2 semanas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92040" y="1371600"/>
            <a:ext cx="0" cy="448056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371600"/>
            <a:ext cx="62298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INCLUYE</a:t>
            </a:r>
            <a:endParaRPr lang="en-US" sz="1050" dirty="0"/>
          </a:p>
        </p:txBody>
      </p:sp>
      <p:pic>
        <p:nvPicPr>
          <p:cNvPr id="12" name="Image 0" descr="assets/ic-detailed-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915668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568696" y="1847088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de una página, fiel a su marca</a:t>
            </a:r>
            <a:endParaRPr lang="en-US" sz="1200" dirty="0"/>
          </a:p>
        </p:txBody>
      </p:sp>
      <p:pic>
        <p:nvPicPr>
          <p:cNvPr id="14" name="Image 1" descr="assets/ic-detailed-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414016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68696" y="2345436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responsivo, primero para móvil</a:t>
            </a:r>
            <a:endParaRPr lang="en-US" sz="1200" dirty="0"/>
          </a:p>
        </p:txBody>
      </p:sp>
      <p:pic>
        <p:nvPicPr>
          <p:cNvPr id="16" name="Image 2" descr="assets/ic-detailed-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912364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68696" y="2843784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Textos enfocados en conversión</a:t>
            </a:r>
            <a:endParaRPr lang="en-US" sz="1200" dirty="0"/>
          </a:p>
        </p:txBody>
      </p:sp>
      <p:pic>
        <p:nvPicPr>
          <p:cNvPr id="18" name="Image 3" descr="assets/ic-detailed-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41071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68696" y="3342132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Selección y optimización de imágenes</a:t>
            </a:r>
            <a:endParaRPr lang="en-US" sz="1200" dirty="0"/>
          </a:p>
        </p:txBody>
      </p:sp>
      <p:pic>
        <p:nvPicPr>
          <p:cNvPr id="20" name="Image 4" descr="assets/ic-detailed-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3909060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68696" y="3840480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Formulario de contacto con envío por correo</a:t>
            </a:r>
            <a:endParaRPr lang="en-US" sz="1200" dirty="0"/>
          </a:p>
        </p:txBody>
      </p:sp>
      <p:pic>
        <p:nvPicPr>
          <p:cNvPr id="22" name="Image 5" descr="assets/ic-detailed-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4407408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568696" y="4338828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 esencial en la página</a:t>
            </a:r>
            <a:endParaRPr lang="en-US" sz="1200" dirty="0"/>
          </a:p>
        </p:txBody>
      </p:sp>
      <p:pic>
        <p:nvPicPr>
          <p:cNvPr id="24" name="Image 6" descr="assets/ic-detailed-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4905756"/>
            <a:ext cx="182880" cy="1828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568696" y="4837176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Hosting, despliegue y publicación</a:t>
            </a:r>
            <a:endParaRPr lang="en-US" sz="1200" dirty="0"/>
          </a:p>
        </p:txBody>
      </p:sp>
      <p:pic>
        <p:nvPicPr>
          <p:cNvPr id="26" name="Image 7" descr="assets/ic-detailed-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7800" y="5404104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568696" y="5335524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ronda de revisiones</a:t>
            </a:r>
            <a:endParaRPr lang="en-US" sz="1200" dirty="0"/>
          </a:p>
        </p:txBody>
      </p:sp>
      <p:sp>
        <p:nvSpPr>
          <p:cNvPr id="28" name="Text 18"/>
          <p:cNvSpPr/>
          <p:nvPr/>
        </p:nvSpPr>
        <p:spPr>
          <a:xfrm>
            <a:off x="704088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 ZELAYA  ·  DESARROLLO WEB</a:t>
            </a:r>
            <a:endParaRPr lang="en-US" sz="850" dirty="0"/>
          </a:p>
        </p:txBody>
      </p:sp>
      <p:sp>
        <p:nvSpPr>
          <p:cNvPr id="29" name="Text 19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384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GZ.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pPr algn="l" indent="0" marL="0">
              <a:buNone/>
            </a:pPr>
            <a:r>
              <a:rPr lang="en-US" sz="115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/   PROFESIONAL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04088" y="1371600"/>
            <a:ext cx="3977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El Sitio Completo</a:t>
            </a:r>
            <a:endParaRPr lang="en-US" sz="2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Administrado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04088" y="306324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CE6E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₡350,000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04088" y="42519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PARA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04088" y="448056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Negocios y equipos en crecimiento que necesitan un sitio fácil de actualizar por su cuenta.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4088" y="53035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04088" y="55321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a 4 semanas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92040" y="1371600"/>
            <a:ext cx="0" cy="448056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371600"/>
            <a:ext cx="62298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LO ANTERIOR, MÁS</a:t>
            </a:r>
            <a:endParaRPr lang="en-US" sz="1050" dirty="0"/>
          </a:p>
        </p:txBody>
      </p:sp>
      <p:pic>
        <p:nvPicPr>
          <p:cNvPr id="12" name="Image 0" descr="assets/ic-detailed-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915668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568696" y="1847088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Sitio de varias páginas (hasta 5)</a:t>
            </a:r>
            <a:endParaRPr lang="en-US" sz="1200" dirty="0"/>
          </a:p>
        </p:txBody>
      </p:sp>
      <p:pic>
        <p:nvPicPr>
          <p:cNvPr id="14" name="Image 1" descr="assets/ic-detailed-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414016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68696" y="2345436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para editar su contenido, sin código</a:t>
            </a:r>
            <a:endParaRPr lang="en-US" sz="1200" dirty="0"/>
          </a:p>
        </p:txBody>
      </p:sp>
      <p:pic>
        <p:nvPicPr>
          <p:cNvPr id="16" name="Image 2" descr="assets/ic-detailed-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912364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68696" y="2843784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Funcionalidad avanzada e integraciones</a:t>
            </a:r>
            <a:endParaRPr lang="en-US" sz="1200" dirty="0"/>
          </a:p>
        </p:txBody>
      </p:sp>
      <p:pic>
        <p:nvPicPr>
          <p:cNvPr id="18" name="Image 3" descr="assets/ic-detailed-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41071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68696" y="3342132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Analítica y seguimiento de conversiones</a:t>
            </a:r>
            <a:endParaRPr lang="en-US" sz="1200" dirty="0"/>
          </a:p>
        </p:txBody>
      </p:sp>
      <p:pic>
        <p:nvPicPr>
          <p:cNvPr id="20" name="Image 4" descr="assets/ic-detailed-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3909060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68696" y="3840480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Optimización de rendimiento (Core Web Vitals)</a:t>
            </a:r>
            <a:endParaRPr lang="en-US" sz="1200" dirty="0"/>
          </a:p>
        </p:txBody>
      </p:sp>
      <p:pic>
        <p:nvPicPr>
          <p:cNvPr id="22" name="Image 5" descr="assets/ic-detailed-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4407408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568696" y="4338828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días de soporte tras el lanzamiento</a:t>
            </a:r>
            <a:endParaRPr lang="en-US" sz="1200" dirty="0"/>
          </a:p>
        </p:txBody>
      </p:sp>
      <p:pic>
        <p:nvPicPr>
          <p:cNvPr id="24" name="Image 6" descr="assets/ic-detailed-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4905756"/>
            <a:ext cx="182880" cy="1828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568696" y="4837176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rondas de revisiones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704088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 ZELAYA  ·  DESARROLLO WEB</a:t>
            </a:r>
            <a:endParaRPr lang="en-US" sz="850" dirty="0"/>
          </a:p>
        </p:txBody>
      </p:sp>
      <p:sp>
        <p:nvSpPr>
          <p:cNvPr id="27" name="Text 18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384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GZ.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pPr algn="l" indent="0" marL="0">
              <a:buNone/>
            </a:pPr>
            <a:r>
              <a:rPr lang="en-US" sz="115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/   PREMIUM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04088" y="1371600"/>
            <a:ext cx="3977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 Plataforma</a:t>
            </a:r>
            <a:endParaRPr lang="en-US" sz="27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la Medida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04088" y="299923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04088" y="3182112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₡500,000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04088" y="42519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PARA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04088" y="448056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Tiendas en línea, SaaS y productos por suscripción que necesitan un backend potente.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53035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04088" y="55321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6+ semanas, cotizado por proyecto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92040" y="1371600"/>
            <a:ext cx="0" cy="448056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1371600"/>
            <a:ext cx="622980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LO ANTERIOR, MÁS</a:t>
            </a:r>
            <a:endParaRPr lang="en-US" sz="1050" dirty="0"/>
          </a:p>
        </p:txBody>
      </p:sp>
      <p:pic>
        <p:nvPicPr>
          <p:cNvPr id="13" name="Image 0" descr="assets/ic-detailed-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915668"/>
            <a:ext cx="182880" cy="1828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568696" y="1847088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Desarrollo backend (APIs y lógica a medida)</a:t>
            </a:r>
            <a:endParaRPr lang="en-US" sz="1200" dirty="0"/>
          </a:p>
        </p:txBody>
      </p:sp>
      <p:pic>
        <p:nvPicPr>
          <p:cNvPr id="15" name="Image 1" descr="assets/ic-detailed-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414016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68696" y="2345436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e integración de base de datos</a:t>
            </a:r>
            <a:endParaRPr lang="en-US" sz="1200" dirty="0"/>
          </a:p>
        </p:txBody>
      </p:sp>
      <p:pic>
        <p:nvPicPr>
          <p:cNvPr id="17" name="Image 2" descr="assets/ic-detailed-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912364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68696" y="2843784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de inicio de sesión y usuarios</a:t>
            </a:r>
            <a:endParaRPr lang="en-US" sz="1200" dirty="0"/>
          </a:p>
        </p:txBody>
      </p:sp>
      <p:pic>
        <p:nvPicPr>
          <p:cNvPr id="19" name="Image 3" descr="assets/ic-detailed-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410712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68696" y="3342132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Tienda en línea (catálogo, carrito, pagos)</a:t>
            </a:r>
            <a:endParaRPr lang="en-US" sz="1200" dirty="0"/>
          </a:p>
        </p:txBody>
      </p:sp>
      <p:pic>
        <p:nvPicPr>
          <p:cNvPr id="21" name="Image 4" descr="assets/ic-detailed-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3909060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568696" y="3840480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Soporte prioritario y mantenimiento</a:t>
            </a:r>
            <a:endParaRPr lang="en-US" sz="1200" dirty="0"/>
          </a:p>
        </p:txBody>
      </p:sp>
      <p:pic>
        <p:nvPicPr>
          <p:cNvPr id="23" name="Image 5" descr="assets/ic-detailed-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4407408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568696" y="4338828"/>
            <a:ext cx="5918911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 pensada para escalar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704088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 ZELAYA  ·  DESARROLLO WEB</a:t>
            </a:r>
            <a:endParaRPr lang="en-US" sz="850" dirty="0"/>
          </a:p>
        </p:txBody>
      </p:sp>
      <p:sp>
        <p:nvSpPr>
          <p:cNvPr id="26" name="Text 18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384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GZ.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pPr algn="l" indent="0" marL="0">
              <a:buNone/>
            </a:pPr>
            <a:r>
              <a:rPr lang="en-US" sz="115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/   COMPARACIÓN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04088" y="1188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Todo, lado a lado.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910328" y="1874520"/>
            <a:ext cx="21924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02754" y="1874520"/>
            <a:ext cx="21924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PROFESIONAL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295181" y="1874520"/>
            <a:ext cx="21924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10328" y="2112264"/>
            <a:ext cx="219242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₡200,000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02754" y="2112264"/>
            <a:ext cx="219242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₡350,000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95181" y="2112264"/>
            <a:ext cx="219242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₡500,000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" y="2441448"/>
            <a:ext cx="10783519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496312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a medida y responsivo</a:t>
            </a:r>
            <a:endParaRPr lang="en-US" sz="1100" dirty="0"/>
          </a:p>
        </p:txBody>
      </p:sp>
      <p:pic>
        <p:nvPicPr>
          <p:cNvPr id="13" name="Image 0" descr="assets/ic-detailed-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245" y="2553462"/>
            <a:ext cx="164592" cy="164592"/>
          </a:xfrm>
          <a:prstGeom prst="rect">
            <a:avLst/>
          </a:prstGeom>
        </p:spPr>
      </p:pic>
      <p:pic>
        <p:nvPicPr>
          <p:cNvPr id="14" name="Image 1" descr="assets/ic-detailed-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672" y="2553462"/>
            <a:ext cx="164592" cy="164592"/>
          </a:xfrm>
          <a:prstGeom prst="rect">
            <a:avLst/>
          </a:prstGeom>
        </p:spPr>
      </p:pic>
      <p:pic>
        <p:nvPicPr>
          <p:cNvPr id="15" name="Image 2" descr="assets/ic-detailed-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9098" y="2553462"/>
            <a:ext cx="164592" cy="1645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04088" y="2775204"/>
            <a:ext cx="10783519" cy="278892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41248" y="2775204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Textos y contenido</a:t>
            </a:r>
            <a:endParaRPr lang="en-US" sz="1100" dirty="0"/>
          </a:p>
        </p:txBody>
      </p:sp>
      <p:pic>
        <p:nvPicPr>
          <p:cNvPr id="18" name="Image 3" descr="assets/ic-detailed-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245" y="2832354"/>
            <a:ext cx="164592" cy="164592"/>
          </a:xfrm>
          <a:prstGeom prst="rect">
            <a:avLst/>
          </a:prstGeom>
        </p:spPr>
      </p:pic>
      <p:pic>
        <p:nvPicPr>
          <p:cNvPr id="19" name="Image 4" descr="assets/ic-detailed-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6672" y="2832354"/>
            <a:ext cx="164592" cy="164592"/>
          </a:xfrm>
          <a:prstGeom prst="rect">
            <a:avLst/>
          </a:prstGeom>
        </p:spPr>
      </p:pic>
      <p:pic>
        <p:nvPicPr>
          <p:cNvPr id="20" name="Image 5" descr="assets/ic-detailed-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9098" y="2832354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41248" y="3054096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Formulario y correo</a:t>
            </a:r>
            <a:endParaRPr lang="en-US" sz="1100" dirty="0"/>
          </a:p>
        </p:txBody>
      </p:sp>
      <p:pic>
        <p:nvPicPr>
          <p:cNvPr id="22" name="Image 6" descr="assets/ic-detailed-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4245" y="3111246"/>
            <a:ext cx="164592" cy="164592"/>
          </a:xfrm>
          <a:prstGeom prst="rect">
            <a:avLst/>
          </a:prstGeom>
        </p:spPr>
      </p:pic>
      <p:pic>
        <p:nvPicPr>
          <p:cNvPr id="23" name="Image 7" descr="assets/ic-detailed-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6672" y="3111246"/>
            <a:ext cx="164592" cy="164592"/>
          </a:xfrm>
          <a:prstGeom prst="rect">
            <a:avLst/>
          </a:prstGeom>
        </p:spPr>
      </p:pic>
      <p:pic>
        <p:nvPicPr>
          <p:cNvPr id="24" name="Image 8" descr="assets/ic-detailed-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09098" y="3111246"/>
            <a:ext cx="164592" cy="164592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704088" y="3332988"/>
            <a:ext cx="10783519" cy="278892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26" name="Text 15"/>
          <p:cNvSpPr/>
          <p:nvPr/>
        </p:nvSpPr>
        <p:spPr>
          <a:xfrm>
            <a:off x="841248" y="3332988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Hosting, despliegue y publicación</a:t>
            </a:r>
            <a:endParaRPr lang="en-US" sz="1100" dirty="0"/>
          </a:p>
        </p:txBody>
      </p:sp>
      <p:pic>
        <p:nvPicPr>
          <p:cNvPr id="27" name="Image 9" descr="assets/ic-detailed-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4245" y="3390138"/>
            <a:ext cx="164592" cy="164592"/>
          </a:xfrm>
          <a:prstGeom prst="rect">
            <a:avLst/>
          </a:prstGeom>
        </p:spPr>
      </p:pic>
      <p:pic>
        <p:nvPicPr>
          <p:cNvPr id="28" name="Image 10" descr="assets/ic-detailed-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16672" y="3390138"/>
            <a:ext cx="164592" cy="164592"/>
          </a:xfrm>
          <a:prstGeom prst="rect">
            <a:avLst/>
          </a:prstGeom>
        </p:spPr>
      </p:pic>
      <p:pic>
        <p:nvPicPr>
          <p:cNvPr id="29" name="Image 11" descr="assets/ic-detailed-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09098" y="3390138"/>
            <a:ext cx="164592" cy="164592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841248" y="3611880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</a:t>
            </a:r>
            <a:endParaRPr lang="en-US" sz="1100" dirty="0"/>
          </a:p>
        </p:txBody>
      </p:sp>
      <p:sp>
        <p:nvSpPr>
          <p:cNvPr id="31" name="Text 17"/>
          <p:cNvSpPr/>
          <p:nvPr/>
        </p:nvSpPr>
        <p:spPr>
          <a:xfrm>
            <a:off x="4910328" y="3611880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Básico</a:t>
            </a:r>
            <a:endParaRPr lang="en-US" sz="1050" dirty="0"/>
          </a:p>
        </p:txBody>
      </p:sp>
      <p:sp>
        <p:nvSpPr>
          <p:cNvPr id="32" name="Text 18"/>
          <p:cNvSpPr/>
          <p:nvPr/>
        </p:nvSpPr>
        <p:spPr>
          <a:xfrm>
            <a:off x="7102754" y="3611880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Avanzado</a:t>
            </a:r>
            <a:endParaRPr lang="en-US" sz="1050" dirty="0"/>
          </a:p>
        </p:txBody>
      </p:sp>
      <p:sp>
        <p:nvSpPr>
          <p:cNvPr id="33" name="Text 19"/>
          <p:cNvSpPr/>
          <p:nvPr/>
        </p:nvSpPr>
        <p:spPr>
          <a:xfrm>
            <a:off x="9295181" y="3611880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Avanzado</a:t>
            </a:r>
            <a:endParaRPr lang="en-US" sz="1050" dirty="0"/>
          </a:p>
        </p:txBody>
      </p:sp>
      <p:sp>
        <p:nvSpPr>
          <p:cNvPr id="34" name="Shape 20"/>
          <p:cNvSpPr/>
          <p:nvPr/>
        </p:nvSpPr>
        <p:spPr>
          <a:xfrm>
            <a:off x="704088" y="3890772"/>
            <a:ext cx="10783519" cy="278892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35" name="Text 21"/>
          <p:cNvSpPr/>
          <p:nvPr/>
        </p:nvSpPr>
        <p:spPr>
          <a:xfrm>
            <a:off x="841248" y="3890772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Páginas</a:t>
            </a:r>
            <a:endParaRPr lang="en-US" sz="1100" dirty="0"/>
          </a:p>
        </p:txBody>
      </p:sp>
      <p:sp>
        <p:nvSpPr>
          <p:cNvPr id="36" name="Text 22"/>
          <p:cNvSpPr/>
          <p:nvPr/>
        </p:nvSpPr>
        <p:spPr>
          <a:xfrm>
            <a:off x="4910328" y="3890772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37" name="Text 23"/>
          <p:cNvSpPr/>
          <p:nvPr/>
        </p:nvSpPr>
        <p:spPr>
          <a:xfrm>
            <a:off x="7102754" y="3890772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5</a:t>
            </a:r>
            <a:endParaRPr lang="en-US" sz="1050" dirty="0"/>
          </a:p>
        </p:txBody>
      </p:sp>
      <p:sp>
        <p:nvSpPr>
          <p:cNvPr id="38" name="Text 24"/>
          <p:cNvSpPr/>
          <p:nvPr/>
        </p:nvSpPr>
        <p:spPr>
          <a:xfrm>
            <a:off x="9295181" y="3890772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Ilimitadas</a:t>
            </a:r>
            <a:endParaRPr lang="en-US" sz="1050" dirty="0"/>
          </a:p>
        </p:txBody>
      </p:sp>
      <p:sp>
        <p:nvSpPr>
          <p:cNvPr id="39" name="Text 25"/>
          <p:cNvSpPr/>
          <p:nvPr/>
        </p:nvSpPr>
        <p:spPr>
          <a:xfrm>
            <a:off x="841248" y="4169664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(autoedición)</a:t>
            </a:r>
            <a:endParaRPr lang="en-US" sz="1100" dirty="0"/>
          </a:p>
        </p:txBody>
      </p:sp>
      <p:sp>
        <p:nvSpPr>
          <p:cNvPr id="40" name="Text 26"/>
          <p:cNvSpPr/>
          <p:nvPr/>
        </p:nvSpPr>
        <p:spPr>
          <a:xfrm>
            <a:off x="4910328" y="4169664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400" dirty="0"/>
          </a:p>
        </p:txBody>
      </p:sp>
      <p:pic>
        <p:nvPicPr>
          <p:cNvPr id="41" name="Image 12" descr="assets/ic-detailed-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16672" y="4226814"/>
            <a:ext cx="164592" cy="164592"/>
          </a:xfrm>
          <a:prstGeom prst="rect">
            <a:avLst/>
          </a:prstGeom>
        </p:spPr>
      </p:pic>
      <p:pic>
        <p:nvPicPr>
          <p:cNvPr id="42" name="Image 13" descr="assets/ic-detailed-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09098" y="4226814"/>
            <a:ext cx="164592" cy="164592"/>
          </a:xfrm>
          <a:prstGeom prst="rect">
            <a:avLst/>
          </a:prstGeom>
        </p:spPr>
      </p:pic>
      <p:sp>
        <p:nvSpPr>
          <p:cNvPr id="43" name="Shape 27"/>
          <p:cNvSpPr/>
          <p:nvPr/>
        </p:nvSpPr>
        <p:spPr>
          <a:xfrm>
            <a:off x="704088" y="4448556"/>
            <a:ext cx="10783519" cy="278892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44" name="Text 28"/>
          <p:cNvSpPr/>
          <p:nvPr/>
        </p:nvSpPr>
        <p:spPr>
          <a:xfrm>
            <a:off x="841248" y="4448556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Analítica e integraciones</a:t>
            </a:r>
            <a:endParaRPr lang="en-US" sz="1100" dirty="0"/>
          </a:p>
        </p:txBody>
      </p:sp>
      <p:sp>
        <p:nvSpPr>
          <p:cNvPr id="45" name="Text 29"/>
          <p:cNvSpPr/>
          <p:nvPr/>
        </p:nvSpPr>
        <p:spPr>
          <a:xfrm>
            <a:off x="4910328" y="4448556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400" dirty="0"/>
          </a:p>
        </p:txBody>
      </p:sp>
      <p:pic>
        <p:nvPicPr>
          <p:cNvPr id="46" name="Image 14" descr="assets/ic-detailed-r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16672" y="4505706"/>
            <a:ext cx="164592" cy="164592"/>
          </a:xfrm>
          <a:prstGeom prst="rect">
            <a:avLst/>
          </a:prstGeom>
        </p:spPr>
      </p:pic>
      <p:pic>
        <p:nvPicPr>
          <p:cNvPr id="47" name="Image 15" descr="assets/ic-detailed-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09098" y="4505706"/>
            <a:ext cx="164592" cy="164592"/>
          </a:xfrm>
          <a:prstGeom prst="rect">
            <a:avLst/>
          </a:prstGeom>
        </p:spPr>
      </p:pic>
      <p:sp>
        <p:nvSpPr>
          <p:cNvPr id="48" name="Text 30"/>
          <p:cNvSpPr/>
          <p:nvPr/>
        </p:nvSpPr>
        <p:spPr>
          <a:xfrm>
            <a:off x="841248" y="4727448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Soporte posterior</a:t>
            </a:r>
            <a:endParaRPr lang="en-US" sz="1100" dirty="0"/>
          </a:p>
        </p:txBody>
      </p:sp>
      <p:sp>
        <p:nvSpPr>
          <p:cNvPr id="49" name="Text 31"/>
          <p:cNvSpPr/>
          <p:nvPr/>
        </p:nvSpPr>
        <p:spPr>
          <a:xfrm>
            <a:off x="4910328" y="4727448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400" dirty="0"/>
          </a:p>
        </p:txBody>
      </p:sp>
      <p:sp>
        <p:nvSpPr>
          <p:cNvPr id="50" name="Text 32"/>
          <p:cNvSpPr/>
          <p:nvPr/>
        </p:nvSpPr>
        <p:spPr>
          <a:xfrm>
            <a:off x="7102754" y="4727448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días</a:t>
            </a:r>
            <a:endParaRPr lang="en-US" sz="1050" dirty="0"/>
          </a:p>
        </p:txBody>
      </p:sp>
      <p:sp>
        <p:nvSpPr>
          <p:cNvPr id="51" name="Text 33"/>
          <p:cNvSpPr/>
          <p:nvPr/>
        </p:nvSpPr>
        <p:spPr>
          <a:xfrm>
            <a:off x="9295181" y="4727448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Prioritario</a:t>
            </a:r>
            <a:endParaRPr lang="en-US" sz="1050" dirty="0"/>
          </a:p>
        </p:txBody>
      </p:sp>
      <p:sp>
        <p:nvSpPr>
          <p:cNvPr id="52" name="Shape 34"/>
          <p:cNvSpPr/>
          <p:nvPr/>
        </p:nvSpPr>
        <p:spPr>
          <a:xfrm>
            <a:off x="704088" y="5006340"/>
            <a:ext cx="10783519" cy="278892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53" name="Text 35"/>
          <p:cNvSpPr/>
          <p:nvPr/>
        </p:nvSpPr>
        <p:spPr>
          <a:xfrm>
            <a:off x="841248" y="5006340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Desarrollo backend</a:t>
            </a:r>
            <a:endParaRPr lang="en-US" sz="1100" dirty="0"/>
          </a:p>
        </p:txBody>
      </p:sp>
      <p:sp>
        <p:nvSpPr>
          <p:cNvPr id="54" name="Text 36"/>
          <p:cNvSpPr/>
          <p:nvPr/>
        </p:nvSpPr>
        <p:spPr>
          <a:xfrm>
            <a:off x="4910328" y="5006340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400" dirty="0"/>
          </a:p>
        </p:txBody>
      </p:sp>
      <p:sp>
        <p:nvSpPr>
          <p:cNvPr id="55" name="Text 37"/>
          <p:cNvSpPr/>
          <p:nvPr/>
        </p:nvSpPr>
        <p:spPr>
          <a:xfrm>
            <a:off x="7102754" y="5006340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400" dirty="0"/>
          </a:p>
        </p:txBody>
      </p:sp>
      <p:pic>
        <p:nvPicPr>
          <p:cNvPr id="56" name="Image 16" descr="assets/ic-detailed-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09098" y="5063490"/>
            <a:ext cx="164592" cy="164592"/>
          </a:xfrm>
          <a:prstGeom prst="rect">
            <a:avLst/>
          </a:prstGeom>
        </p:spPr>
      </p:pic>
      <p:sp>
        <p:nvSpPr>
          <p:cNvPr id="57" name="Text 38"/>
          <p:cNvSpPr/>
          <p:nvPr/>
        </p:nvSpPr>
        <p:spPr>
          <a:xfrm>
            <a:off x="841248" y="5285232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58" name="Text 39"/>
          <p:cNvSpPr/>
          <p:nvPr/>
        </p:nvSpPr>
        <p:spPr>
          <a:xfrm>
            <a:off x="4910328" y="5285232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400" dirty="0"/>
          </a:p>
        </p:txBody>
      </p:sp>
      <p:sp>
        <p:nvSpPr>
          <p:cNvPr id="59" name="Text 40"/>
          <p:cNvSpPr/>
          <p:nvPr/>
        </p:nvSpPr>
        <p:spPr>
          <a:xfrm>
            <a:off x="7102754" y="5285232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400" dirty="0"/>
          </a:p>
        </p:txBody>
      </p:sp>
      <p:pic>
        <p:nvPicPr>
          <p:cNvPr id="60" name="Image 17" descr="assets/ic-detailed-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09098" y="5342382"/>
            <a:ext cx="164592" cy="164592"/>
          </a:xfrm>
          <a:prstGeom prst="rect">
            <a:avLst/>
          </a:prstGeom>
        </p:spPr>
      </p:pic>
      <p:sp>
        <p:nvSpPr>
          <p:cNvPr id="61" name="Shape 41"/>
          <p:cNvSpPr/>
          <p:nvPr/>
        </p:nvSpPr>
        <p:spPr>
          <a:xfrm>
            <a:off x="704088" y="5564124"/>
            <a:ext cx="10783519" cy="278892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62" name="Text 42"/>
          <p:cNvSpPr/>
          <p:nvPr/>
        </p:nvSpPr>
        <p:spPr>
          <a:xfrm>
            <a:off x="841248" y="5564124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Inicio de sesión y usuarios</a:t>
            </a:r>
            <a:endParaRPr lang="en-US" sz="1100" dirty="0"/>
          </a:p>
        </p:txBody>
      </p:sp>
      <p:sp>
        <p:nvSpPr>
          <p:cNvPr id="63" name="Text 43"/>
          <p:cNvSpPr/>
          <p:nvPr/>
        </p:nvSpPr>
        <p:spPr>
          <a:xfrm>
            <a:off x="4910328" y="5564124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400" dirty="0"/>
          </a:p>
        </p:txBody>
      </p:sp>
      <p:sp>
        <p:nvSpPr>
          <p:cNvPr id="64" name="Text 44"/>
          <p:cNvSpPr/>
          <p:nvPr/>
        </p:nvSpPr>
        <p:spPr>
          <a:xfrm>
            <a:off x="7102754" y="5564124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400" dirty="0"/>
          </a:p>
        </p:txBody>
      </p:sp>
      <p:pic>
        <p:nvPicPr>
          <p:cNvPr id="65" name="Image 18" descr="assets/ic-detailed-r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09098" y="5621274"/>
            <a:ext cx="164592" cy="164592"/>
          </a:xfrm>
          <a:prstGeom prst="rect">
            <a:avLst/>
          </a:prstGeom>
        </p:spPr>
      </p:pic>
      <p:sp>
        <p:nvSpPr>
          <p:cNvPr id="66" name="Text 45"/>
          <p:cNvSpPr/>
          <p:nvPr/>
        </p:nvSpPr>
        <p:spPr>
          <a:xfrm>
            <a:off x="841248" y="5843016"/>
            <a:ext cx="4023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Tienda en línea</a:t>
            </a:r>
            <a:endParaRPr lang="en-US" sz="1100" dirty="0"/>
          </a:p>
        </p:txBody>
      </p:sp>
      <p:sp>
        <p:nvSpPr>
          <p:cNvPr id="67" name="Text 46"/>
          <p:cNvSpPr/>
          <p:nvPr/>
        </p:nvSpPr>
        <p:spPr>
          <a:xfrm>
            <a:off x="4910328" y="5843016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400" dirty="0"/>
          </a:p>
        </p:txBody>
      </p:sp>
      <p:sp>
        <p:nvSpPr>
          <p:cNvPr id="68" name="Text 47"/>
          <p:cNvSpPr/>
          <p:nvPr/>
        </p:nvSpPr>
        <p:spPr>
          <a:xfrm>
            <a:off x="7102754" y="5843016"/>
            <a:ext cx="2192426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400" dirty="0"/>
          </a:p>
        </p:txBody>
      </p:sp>
      <p:pic>
        <p:nvPicPr>
          <p:cNvPr id="69" name="Image 19" descr="assets/ic-detailed-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09098" y="5900166"/>
            <a:ext cx="164592" cy="164592"/>
          </a:xfrm>
          <a:prstGeom prst="rect">
            <a:avLst/>
          </a:prstGeom>
        </p:spPr>
      </p:pic>
      <p:sp>
        <p:nvSpPr>
          <p:cNvPr id="70" name="Text 48"/>
          <p:cNvSpPr/>
          <p:nvPr/>
        </p:nvSpPr>
        <p:spPr>
          <a:xfrm>
            <a:off x="704088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 ZELAYA  ·  DESARROLLO WEB</a:t>
            </a:r>
            <a:endParaRPr lang="en-US" sz="850" dirty="0"/>
          </a:p>
        </p:txBody>
      </p:sp>
      <p:sp>
        <p:nvSpPr>
          <p:cNvPr id="71" name="Text 49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384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GZ.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pPr algn="l" indent="0" marL="0">
              <a:buNone/>
            </a:pPr>
            <a:r>
              <a:rPr lang="en-US" sz="115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/   TODO PROYECTO INCLUYE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04088" y="1188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Estándares en cada proyecto.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04088" y="2148840"/>
            <a:ext cx="3383280" cy="141732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pic>
        <p:nvPicPr>
          <p:cNvPr id="6" name="Image 0" descr="assets/ic-server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6888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28072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Entrega limpia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24128" y="3136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fuente organizado, suyo para siempre.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07408" y="2148840"/>
            <a:ext cx="3383280" cy="141732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pic>
        <p:nvPicPr>
          <p:cNvPr id="10" name="Image 1" descr="assets/ic-zap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246888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27448" y="28072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Alta velocidad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727448" y="3136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Carga rápida en cualquier conexión.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110728" y="2148840"/>
            <a:ext cx="3383280" cy="141732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pic>
        <p:nvPicPr>
          <p:cNvPr id="14" name="Image 2" descr="assets/ic-detailed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8" y="246888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30768" y="28072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Responsivo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430768" y="3136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Perfecto en móvil, tablet y escritorio.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04088" y="3840480"/>
            <a:ext cx="3383280" cy="141732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pic>
        <p:nvPicPr>
          <p:cNvPr id="18" name="Image 3" descr="assets/ic-discovery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160520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24128" y="4498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Listo para SEO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024128" y="4828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Estructurado para aparecer en Google.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407408" y="3840480"/>
            <a:ext cx="3383280" cy="141732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pic>
        <p:nvPicPr>
          <p:cNvPr id="22" name="Image 4" descr="assets/ic-login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4160520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27448" y="4498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Seguro por defecto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4727448" y="4828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Buenas prácticas de seguridad incluidas.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8110728" y="3840480"/>
            <a:ext cx="3383280" cy="141732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  <a:prstDash val="solid"/>
          </a:ln>
        </p:spPr>
      </p:sp>
      <p:pic>
        <p:nvPicPr>
          <p:cNvPr id="26" name="Image 5" descr="assets/ic-mail-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0768" y="4160520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430768" y="4498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Comunicación clara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8430768" y="4828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Transparencia de principio a fin.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704088" y="5513832"/>
            <a:ext cx="1078351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 para iniciar, 50% contra entrega</a:t>
            </a:r>
            <a:pPr algn="ctr" indent="0" marL="0">
              <a:buNone/>
            </a:pPr>
            <a:r>
              <a:rPr lang="en-US" sz="115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·      </a:t>
            </a:r>
            <a:pPr algn="ctr" indent="0" marL="0">
              <a:buNone/>
            </a:pPr>
            <a:r>
              <a:rPr lang="en-US" sz="11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Precios en colones (₡)</a:t>
            </a:r>
            <a:pPr algn="ctr" indent="0" marL="0">
              <a:buNone/>
            </a:pPr>
            <a:r>
              <a:rPr lang="en-US" sz="115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·      </a:t>
            </a:r>
            <a:pPr algn="ctr" indent="0" marL="0">
              <a:buNone/>
            </a:pPr>
            <a:r>
              <a:rPr lang="en-US" sz="1150" dirty="0">
                <a:solidFill>
                  <a:srgbClr val="B4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cotizado por proyecto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704088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 ZELAYA  ·  DESARROLLO WEB</a:t>
            </a:r>
            <a:endParaRPr lang="en-US" sz="850" dirty="0"/>
          </a:p>
        </p:txBody>
      </p:sp>
      <p:sp>
        <p:nvSpPr>
          <p:cNvPr id="31" name="Text 23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384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GZ.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C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CONVERSEMOS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5528" y="23774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Construyamos algo
</a:t>
            </a:r>
            <a:pPr algn="l" indent="0" marL="0">
              <a:lnSpc>
                <a:spcPct val="100000"/>
              </a:lnSpc>
              <a:buNone/>
            </a:pPr>
            <a:r>
              <a:rPr lang="en-US" sz="5600" i="1" dirty="0">
                <a:solidFill>
                  <a:srgbClr val="CE6E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auténtico</a:t>
            </a:r>
            <a:pPr algn="l" indent="0" marL="0">
              <a:lnSpc>
                <a:spcPct val="1000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Cuénteme sobre su proyecto y le responderé con un plan y una cotización a la medida.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93776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93776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505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INICIAR UN PROYECTO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0" y="2423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0" y="26426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gzelaya0404@gmail.com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869680" y="3136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69680" y="3355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in/gabriel-zelaya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869680" y="38496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869680" y="4069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GabrielAbarca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869680" y="45628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TWITTER / 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69680" y="4782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@iGaboxx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A6A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Gabriel Zelaya  ·  Costa Rica  ·  Desarrollo web auténtico y escalable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Gabriel Zelaya, Desarrollo Web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Paquetes de Desarrollo Web</dc:title>
  <dc:subject>PptxGenJS Presentation</dc:subject>
  <dc:creator>Gabriel Zelaya</dc:creator>
  <cp:lastModifiedBy>Gabriel Zelaya</cp:lastModifiedBy>
  <cp:revision>1</cp:revision>
  <dcterms:created xsi:type="dcterms:W3CDTF">2026-08-18T05:55:49Z</dcterms:created>
  <dcterms:modified xsi:type="dcterms:W3CDTF">2026-08-18T05:55:49Z</dcterms:modified>
</cp:coreProperties>
</file>